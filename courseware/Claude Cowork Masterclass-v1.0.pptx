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Claude Cowork Masterclass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C1382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3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Course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Adult educator and AI-enabled knowledge-work practitioner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Claude Cowork, agentic work practices, business document creation, data analysis, workflow design, and responsible AI 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name, your role, and one repetitive file-based task you would like to delegate.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business output you would never use without a human quality check.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type of work data that should remain outside an AI workspace unless specifically approved.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C1382 course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Follow the courseware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trainer and learner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Learner Guide and Lesson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Activities alongside the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page:  https://www.tertiarycourses.com.sg/claude-cowork-masterclass.html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Day, 7.5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Day 1 — Delegate, produce, and operationalise work with Claude Cowork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Topic 1: Getting Started with Claude Cowork (Lab 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Topic 2: Automating Everyday Work with Cowork (Lab 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Topic 3: Advanced Cowork Workflows (Lab 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Daily timing — 9:00 am - 5:30 pm (1-hour lunch; two 15-minute tea breaks included)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Cowork Foundations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Claude Cowork's agentic operating model, execution surfaces, connected-folder boundary, task lifecycle, permissions, and the human responsibilities that remain.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Effective Delegation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Set up a Cowork project, write an outcome-based task brief, run and monitor a bounded session, review its evidence, and recover from common setup or scope problems.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Management Outputs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Cowork to organise synthetic files, analyse spreadsheet data, synthesise research and notes, and produce consistent document, spreadsheet, and presentation outputs with traceable 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Controlled Workflows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and run a multi-step workflow that separates parallel workstreams from dependencies, uses integrations deliberately, and places human approval gates before consequential writes or sharing.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Repeatable Practice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Convert a successful session into a reusable playbook with parameters, project instructions, quality checks, exception paths, ownership, security controls, and a practical team rollout plan.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Delegating Knowledge Work with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in One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Delegate a finished business result rather than a sequence of vague requests.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Provide the smallest trustworthy set of files, instructions, and connections.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Agency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Let Claude plan, use tools, observe results, and coordinate bounded workstreams.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Set scope, approval gates, stop conditions, and evidence before the run.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Artifacts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documents, spreadsheets, presentations, and organised files from one fact base.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Learning loop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Review the output and process, then convert a successful run into a versioned playbook.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DELEGATE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 - Define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the outcome, audience, purpose, and finish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 - Expose 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 approved sources and exclude unrelated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 - Limit authority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Bound reads, writes, connections, and consequential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 - Establish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Specify source references, control totals, previews, and logs.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 - Gate consequences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Pause before source changes, external writes, sharing, or commitments.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- Allow execution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Let independent work proceed while monitoring important merge points.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DELEGATE Framework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 - Test the result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 facts, formulas, visuals, filenames, and promised deliverables.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 - Evolve the playbook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 improvements, ownership, exceptions, and the next safe scope.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Delegate the work; retain the judgement.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best Cowork workflow combines useful agency with narrow scope, visible evidence, and human authority at consequence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Will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First delegated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bounded Cowork project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complete file inventory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visible verification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Management-ready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reconciled spreadsheet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written operations report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concise leadership presentation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Repeatable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parameterised playbook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Human approval gates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Week 33 run and rollout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Progresses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Start from a verified synthetic checkpoint.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Brief the outcome, boundary, deliverables, and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the proposed plan before broad work begins.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Let Cowork execute and steer at important merge points.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the artifacts and retain the checkpoint for the next lab.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Getting Started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Agentic AI for everyday work | setup and connected folders | effective task briefs | monitoring and review | responsible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Getting Started with Claude Cowork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Agentic workspace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Cowork works toward an outcome through a sequence of planning, tool use, observation, correction, and evidence rather than returning one isolated answer.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Connected-folder 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Local file access is limited to the folders a learner deliberately connects; scope should be as small as the task allows.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Task contract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strong brief names the outcome, sources, deliverables, constraints, quality checks, approval points, and finish line.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Permission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Reading, writing, using a connector, operating a browser, and acting in another system have different consequences and deserve different controls.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Steering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Progress indicators, plans, questions, and intermediate files let a person redirect the work before errors spread.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source register, file manifest, calculation check, preview, or change log is stronger than a confident completion statement.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01 -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Chat Assistance and Agentic Delegation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Chat assistance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Cowork delegation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Responds to the context supplied in one conversation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Usually produces text for the user to transfer elsewhere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Waits for the next prompt between stages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Leaves file operations and checking to the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Plans and executes a bounded multi-step task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Reads and writes permitted files and can use connected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Observes intermediate results and adapts the next step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Returns finished artifacts plus visible work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Cowork Task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Receive the outcome and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permitted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Plan the work and identify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tools and create intermediate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evidence, correct, and deliver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 High-Signal Task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Describe the business result and intended audience, not only the activity.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 the allowed folders, files, links, and systems; exclude everything else.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Deliverables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Specify filenames, formats, structure, location, and presentation standard.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data rules, non-goals, protected files, time range, and assumptions.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Approval gates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which writes, revisions, or external actions require confirmation.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control totals, citations, previews, logs, or other observable checks.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01 -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Authority Should Match Consequence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Lower-consequence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Higher-consequence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Read a synthetic training folder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Create a draft in a new output directory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Summarise supplied notes with citations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Calculate metrics that a person will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Overwrite or remove source files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Send messages or share files externally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financial, personal, legal, or confidential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Make commitments, purchases, access changes, or final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01 - SUPERVISION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Monitor, Review, and Recover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the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Watch scope and tool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intermediate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Steer with precise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the final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Getting Started with Claude Cowork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Delegate Your First Task to Claude Cowork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Delegate Your First Task to Claude Cowork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create a personal working copy of the fictional Northstar Retail Operations folder, establish an immutable source baseline, and connect only that narrow copy to a new Cowork project. You then use the DELEGATE framework to ask Claude for a complete file inventory, review its plan before execution, watch the session for scope drift, and compare the finished manifest with the actual source 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100584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protected synthetic workspace, reviewed project instructions, a complete file inventory, and a verification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00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Resources:  </a:t>
            </a:r>
            <a:r>
              <a:rPr sz="1400" b="0">
                <a:solidFill>
                  <a:srgbClr val="5B6372"/>
                </a:solidFill>
                <a:latin typeface="Arial"/>
              </a:rPr>
              <a:t>Use the matching lab's prerequisites and supplied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TOPIC 01 · PRACTICE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Key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and baseline a personal copy of the supplied synthetic workspace.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Connect only that copy to a new Cowork project and add durable scope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Brief a read-only inventory outcome and review Claude's proposed route.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Run, monitor, and reconcile the delivered manifest with the actual inbox.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every source is listed once and the inbox baseline is unchanged.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Getting Started with Claude Cowork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LO1 and LO2: explain the Cowork task lifecycle and permission boundary, create a narrow project, brief a bounded file-inventory task, monitor its execution, and verify the result against the source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Automating Everyday Work with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File organisation | documents, reports and presentations | spreadsheet analysis | research and summarisation | end-to-end multi-step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Automating Everyday Work with Cowork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Inventory before organisation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manifest reveals what exists, duplicates, uncertain items, and protected sources before any move or rename is proposed.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Working-copy pattern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Transform copies into a new destination so originals remain a stable reference and recovery path.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Structured extraction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Convert documents and notes into fields, evidence, assumptions, and open questions before writing a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Calculation contract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each metric's numerator, denominator, period, unit, rounding, and control total before interpreting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Artifact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workbook, report, and presentation should share one fact base while serving different reading behaviours.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Provenance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Important claims remain traceable to a filename, row, note, or authoritative external source.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INFORMATION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Messy Inputs to a Decision-Ready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Inventory and classify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Extract facts and unresolved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Calculate and reconcile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Compose audience-specific artifacts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Review, revise, and package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Safe File-Organisation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Manifest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 filename, type, date, purpose, likely owner, sensitivity, and proposed destination.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Classification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stable business categories and an explicit Unknown bucket instead of guessing.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Working copy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an organised copy first; leave the source folder unchanged until reviewed.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Naming 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predictable dates, subjects, and versions without erasing original identifiers.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Duplicate handling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Flag likely duplicates using name, size, hash, or content evidence; do not remove automatically.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Change log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List each proposed or completed action so a person can reconcile the new structure.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OUTPUT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 Fact Base, Three Reading Experiences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Spreadsheet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Calculation detail, formulas, data dictionary, filters, and control totals for analytical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Context, findings, evidence, risks, recommendations, owners, and open questions for considered reading.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Presentation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short decision arc with headline metrics, exceptions, actions, and minimal supporting detail.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register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shared evidence map that prevents values and claims drifting across formats.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Spreadsheet Analysis as a Reconciliation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columns and data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formulas and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Calculate segment and total 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Reconcile against control totals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Explain drivers and uncertainty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02 -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Synthesis with Traceable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Weak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Decision-ready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Blends supplied facts and general knowledge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Presents every statement with equal confidence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Drops source filenames from the final narrative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Fills missing context with plausible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Separates source evidence, inference, and open questions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Names the file, row, note, or external source behind key claims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Uses authoritative sources for changing product facts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Marks unresolved items for the named owner to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02 -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Orchestrating a Multi-Step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Freeze the source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independent extraction workstreams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Resolve dependencies and reconcile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Generate the first complete pack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 one evidence-based revision 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Automating Everyday Work with Cowork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Turn a Messy Folder into a Management-Ready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Turn a Messy Folder into a Management-Ready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use the verified Northstar workspace from Lab 1 to run a staged, end-to-end management-reporting workflow. Claude inventories and organises a working copy, creates a source register and calculation workbook, pauses for a human reconciliation gate, then produces a written operations report and a short leadership presentation whose facts, period, terminology, and actions agree.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100584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reconciled Week 32 workbook, source and evidence registers, management report, leadership brief, quality review, and run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00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Resources:  </a:t>
            </a:r>
            <a:r>
              <a:rPr sz="1400" b="0">
                <a:solidFill>
                  <a:srgbClr val="5B6372"/>
                </a:solidFill>
                <a:latin typeface="Arial"/>
              </a:rPr>
              <a:t>Use the matching lab's prerequisites and supplied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TOPIC 02 · PRACTICE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Key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Freeze the Week 32 source set and brief a staged management-pack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parallel file, data, and note workstreams into shared source and evidence registers.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Reconcile the workbook against independent control totals before narrative 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Generate, inspect, revise, and cross-check the report and presentation.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the controls match, every file agrees, and the inbox is unchanged.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Automating Everyday Work with Cowork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LO3: organise a working copy, analyse spreadsheet data with defined metrics, synthesise notes and feedback with provenance, and produce a reconciled spreadsheet, report, and presentation from one fact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Advanced Cowork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Integrations | repeatable playbooks | parallel work and longer projects | approvals and guardrails | team rollout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Advanced Cowork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Integration choice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Prefer the most precise trusted path: a connector for a cloud service, a desktop capability for local context, or a browser only when no better interface exists.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Playbook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reusable workflow describes triggers, parameters, sources, stages, deliverables, checks, gates, exceptions, and ownership.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Project instructions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Durable local context stores stable conventions and boundaries; task-specific details remain in the individual brief.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Parallel workstream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stages can run together, while dependent stages wait for reconciled inputs.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Human-in-the-loop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named person reviews evidence and explicitly authorises consequential action at a defined gate.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Operational rollout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team needs approved use cases, data boundaries, ownership, monitoring, incident handling, and a feedback cycle.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03 -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the Most Precise Trusted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Structured connection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Screen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Connector returns defined records from a cloud service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Authentication and scope are explicit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Faster and less sensitive to interface changes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Prefer for repeatable cloud workflows when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Browser or computer use navigates the visible interface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Can reach tools without a direct connection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Slower and more vulnerable to layout or state changes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cautiously and review before consequential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03 - REPEATABILITY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Playbook Is an Operational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Trigger and parameters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when the workflow starts and which period, team, folder, or audience changes each 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Source contract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 required inputs, freshness, owner, fallback, and the condition that stops the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Stages and dependencies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parallel extraction from reconciliation and dependent composition.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Deliverables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Fix output names, formats, destinations, and minimum required sections.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 gates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Attach calculations, source checks, visual review, and approval to named stages.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Exceptions and ownership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who resolves missing inputs, conflicting data, access failure, and release decisions.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03 - WORKSTREAMS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Parallelism Needs Dependency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Can run in 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Must 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Profile a frozen spreadsheet source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Extract themes from supplied notes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Inventory files and build a source register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Draft format shells without final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Reconcile metrics across workstreams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the final management narrative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Approve recommendations and owners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Share, send, publish, or replace source material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03 - APPROVALS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 Gates in a Cowork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Approve source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Approve metric definitions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the first complete 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Authorise consequential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release evidence and owner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03 -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Personal Workflow to Team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a bounded low-consequence 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baseline time and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Pilot with synthetic or approved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value, errors, and control 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Standardise, train, monitor,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03 - 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Guardrails Across the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minimum necessary approved sources and keep sensitive records outside training workspaces.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Grant the narrowest folder and connection scope; review and remove access when the workflow ends.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Default to drafts and working copies; gate external writes, deletion, sharing, and commitments.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Retain source registers, control totals, assumptions, reviewer decisions, and run logs.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defined metrics, exception checks, visual inspection, and a named accountable reviewer.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playbooks and project instructions; retest after source, tool, or policy changes.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Advanced Cowork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Repeatable Cowork Workflow for Your Own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Repeatable Cowork Workflow for Your Own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turn the verified Lab 2 run into a reusable weekly-operations playbook instead of saving one long prompt. The playbook defines parameters, source contracts, parallel workstreams, dependency gates, deliverables, control checks, exception paths, and ownership. You then change the reporting-week parameter to Week 33, run the workflow, reconcile the new outputs, and document whether local files, connectors, browser actions, or scheduled execution are appropriate.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43984"/>
            <a:ext cx="1005840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parameterised playbook, integration decision, verified Week 33 pack, quality record, and bounded rollout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009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Resources:  </a:t>
            </a:r>
            <a:r>
              <a:rPr sz="1400" b="0">
                <a:solidFill>
                  <a:srgbClr val="5B6372"/>
                </a:solidFill>
                <a:latin typeface="Arial"/>
              </a:rPr>
              <a:t>Use the matching lab's prerequisites and supplied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PRACTICE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Key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Extract a reusable playbook and durable project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the tool path in an integration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Week 33 in parallel; pause at both human gates.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the pack, log exceptions, and plan a bounded rollout.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Week 33 reconciles and both gates and rollout evidence are recorded.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Advanced Cowork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LO4 and LO5: convert a successful multi-step session into a parameterised playbook, choose tools and integrations deliberately, control parallel work with human gates, rerun the workflow on a new period, and define a safe team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Cowork Foundations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Claude Cowork's agentic operating model, execution surfaces, connected-folder boundary, task lifecycle, permissions, and the human responsibilities that remain.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Effective Delegation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Set up a Cowork project, write an outcome-based task brief, run and monitor a bounded session, review its evidence, and recover from common setup or scope problems.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Management Outputs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Cowork to organise synthetic files, analyse spreadsheet data, synthesise research and notes, and produce consistent document, spreadsheet, and presentation outputs with traceable 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Controlled Workflows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and run a multi-step workflow that separates parallel workstreams from dependencies, uses integrations deliberately, and places human approval gates before consequential writes or sharing.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Repeatable Practice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Convert a successful session into a reusable playbook with parameters, project instructions, quality checks, exception paths, ownership, security controls, and a practical team rollout plan.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Classroom to a Safe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Select one bounded, reversible knowledge-work process with a clear owner.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Document the source contract, current baseline, output standard, and human gates.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Pilot with synthetic or explicitly approved data and retain the complete run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Review value, errors, reviewer effort, and exceptions before widening scope.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Open the current C1382 materials from the course page or repository.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C1382 - KEEP DELEGATING WITH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delegate bounded knowledge work to Claude Cowork, verify the resulting artifacts, and turn a successful session into a controlled repeatable playbook.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Claude Cowork Masterclass  ·  C1382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(16:9)</PresentationFormat>
  <Paragraphs>0</Paragraphs>
  <Slides>56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